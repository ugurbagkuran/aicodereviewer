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4514850" cy="50292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" name="Shape 1"/>
          <p:cNvSpPr/>
          <p:nvPr/>
        </p:nvSpPr>
        <p:spPr>
          <a:xfrm>
            <a:off x="4514850" y="57150"/>
            <a:ext cx="57150" cy="5029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1314478"/>
            <a:ext cx="3657600" cy="2514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CUBE: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DESTEKLI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BULUT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GELIŞTIRME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3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PLATFORMU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4572000" y="57150"/>
            <a:ext cx="4514850" cy="25146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0" y="25146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5000625" y="1017287"/>
            <a:ext cx="36576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Tarayıcıdan Kod Yazın, Anında Çalıştırın, AI ile Hızlandırın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29425" y="2571750"/>
            <a:ext cx="2257425" cy="2514600"/>
          </a:xfrm>
          <a:prstGeom prst="rect">
            <a:avLst/>
          </a:prstGeom>
          <a:solidFill>
            <a:srgbClr val="E8EC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409873"/>
            <a:ext cx="3018234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PROBLEMIN TANIMI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7" name="Shape 4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485775" y="2476035"/>
            <a:ext cx="36576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Geleneksel Geliştirme Ortamlarının Sınırlamaları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5775" y="3167528"/>
            <a:ext cx="3657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Yazılım geliştirme bugün karmaşıktır: yerel ortamı kurmak saatler alır, bağımlılıklar çatışır, takım üyeleri farklı konfigürasyonlarda çalışır.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1200150"/>
            <a:ext cx="4514850" cy="1057275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200275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000625" y="1485900"/>
            <a:ext cx="3657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Bulut tabanlı IDE'ler var ama çoğu AI desteği olmadan basit editör seviyesinde kalır.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0" y="2200275"/>
            <a:ext cx="4514850" cy="14859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3629025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5000625" y="2486025"/>
            <a:ext cx="365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Cube bu sorunu çözmek için tasarlandı: tarayıcıdan tam bir geliştirme ortamına erişin, doğal dille kod yazın, anında çalıştırın ve gerçek bir Linux container'ında test edin.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3629025"/>
            <a:ext cx="4514850" cy="14573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5000625" y="3914775"/>
            <a:ext cx="3657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proje izole ve ölçeklenebilir.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409873"/>
            <a:ext cx="473987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CUBE'UN TEMEL YETENEKLERI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" y="1200150"/>
            <a:ext cx="2522748" cy="19431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" y="3086100"/>
            <a:ext cx="2522748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200025" y="1601093"/>
            <a:ext cx="223699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200025" y="2110085"/>
            <a:ext cx="223699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HIZLI BAŞLANGIÇ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0025" y="2399407"/>
            <a:ext cx="22369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Saniyeler içinde çalışan bir geliştirme ortamı.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7150" y="3143250"/>
            <a:ext cx="2522748" cy="19431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2" name="Text 9"/>
          <p:cNvSpPr/>
          <p:nvPr/>
        </p:nvSpPr>
        <p:spPr>
          <a:xfrm>
            <a:off x="200025" y="3544193"/>
            <a:ext cx="223699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33333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00025" y="4053185"/>
            <a:ext cx="223699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GÜVENLI İZOLASYON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0025" y="4342507"/>
            <a:ext cx="22369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proje kendi namespace'inde tam izolasyon sağlar.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37048" y="1200150"/>
            <a:ext cx="3869875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9774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2851361" y="1961155"/>
            <a:ext cx="34412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Beş Temel Özellik: Hızlı Başlangıç, Güvenli İzolasyon, AI Desteği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851361" y="3069831"/>
            <a:ext cx="3441250" cy="125551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2994236" y="3212706"/>
            <a:ext cx="3155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2994236" y="3721698"/>
            <a:ext cx="31555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DESTEĞI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94236" y="4011020"/>
            <a:ext cx="3155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Doğal dilden doğrudan kod üreten AI ajanı.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506924" y="1200150"/>
            <a:ext cx="2579926" cy="19431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3" name="Shape 20"/>
          <p:cNvSpPr/>
          <p:nvPr/>
        </p:nvSpPr>
        <p:spPr>
          <a:xfrm>
            <a:off x="6506924" y="3086100"/>
            <a:ext cx="2579926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6649799" y="1686818"/>
            <a:ext cx="2294176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333333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450" dirty="0"/>
          </a:p>
        </p:txBody>
      </p:sp>
      <p:sp>
        <p:nvSpPr>
          <p:cNvPr id="25" name="Text 22"/>
          <p:cNvSpPr/>
          <p:nvPr/>
        </p:nvSpPr>
        <p:spPr>
          <a:xfrm>
            <a:off x="6649799" y="2195810"/>
            <a:ext cx="229417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CANLI ÖNIZLEME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49799" y="2485132"/>
            <a:ext cx="22941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project-{id}.domain.com ile anlık test.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506924" y="3143250"/>
            <a:ext cx="2579926" cy="19431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8" name="Text 25"/>
          <p:cNvSpPr/>
          <p:nvPr/>
        </p:nvSpPr>
        <p:spPr>
          <a:xfrm>
            <a:off x="6649799" y="3544193"/>
            <a:ext cx="2294176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450" dirty="0"/>
          </a:p>
        </p:txBody>
      </p:sp>
      <p:sp>
        <p:nvSpPr>
          <p:cNvPr id="29" name="Text 26"/>
          <p:cNvSpPr/>
          <p:nvPr/>
        </p:nvSpPr>
        <p:spPr>
          <a:xfrm>
            <a:off x="6649799" y="4053185"/>
            <a:ext cx="229417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OTOMATIK ÖLÇEKLEME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49799" y="4342507"/>
            <a:ext cx="22941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Hareketsiz pod'lar otomatik durdurularak maliyet düşürülür.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236637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MIMARI GENEL BAKIŞ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745629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Dört Katmanlı Sistem: Frontend, Backend, Kubernetes, Sidecar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" y="1200150"/>
            <a:ext cx="4514850" cy="19431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6" name="Shape 3"/>
          <p:cNvSpPr/>
          <p:nvPr/>
        </p:nvSpPr>
        <p:spPr>
          <a:xfrm>
            <a:off x="4514850" y="1200150"/>
            <a:ext cx="571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" y="30861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485775" y="1633240"/>
            <a:ext cx="3657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FRONTEND (REACT)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5775" y="2067223"/>
            <a:ext cx="3657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SPA (Single Page Application) olup Vite ile build edilir. Hızlı geliştirme ve Tailwind CSS benzeri özel CSS sistemi sunar.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1200150"/>
            <a:ext cx="4514850" cy="19431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30861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000625" y="1633240"/>
            <a:ext cx="3657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BACKEND (FASTAPI)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00625" y="2067223"/>
            <a:ext cx="3657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 üzerinde çalışan Python uygulaması. Async/await ile yüksek performans, JWT tabanlı auth ve LangGraph agent içerir.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" y="3143250"/>
            <a:ext cx="45148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4514850" y="3143250"/>
            <a:ext cx="571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485775" y="3576340"/>
            <a:ext cx="3657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KUBERNETES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5775" y="4010323"/>
            <a:ext cx="3657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proje için izole namespace ve pod oluşturur. CPU/Memory limitleri ile kaynak koruması ve orkestrasyon sağlar.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3143250"/>
            <a:ext cx="4514850" cy="19431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9" name="Text 16"/>
          <p:cNvSpPr/>
          <p:nvPr/>
        </p:nvSpPr>
        <p:spPr>
          <a:xfrm>
            <a:off x="5000625" y="3683496"/>
            <a:ext cx="3657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SIDECAR (SANDBOX)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00625" y="4117479"/>
            <a:ext cx="3657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pod içinde Node.js idle loop (app) ve FastAPI sidecar çalışır. Güvenli dosya ve komut API'si sunar.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KIMLIK DOĞRULAMA MIMARISI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JWT ve Refresh Token Stratejisi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21681"/>
            <a:ext cx="3943350" cy="22431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1" name="Text 7"/>
          <p:cNvSpPr/>
          <p:nvPr/>
        </p:nvSpPr>
        <p:spPr>
          <a:xfrm>
            <a:off x="4857750" y="1626096"/>
            <a:ext cx="39433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STATELESS GÜVENLIK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57750" y="2060079"/>
            <a:ext cx="3943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Sistem, oturum yönetimini sunucu tarafında tutmak yerine JWT (JSON Web Token) kullanarak stateless bir yapı sunar.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57750" y="2917329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Access Token: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Kısa ömürlüdür (örn. 15 dk), API isteklerinde Authorization header'ında taşınır.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57750" y="3353098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Refresh Token: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Uzun ömürlüdür (örn. 7 gün), sadece HttpOnly ve Secure flag'li çerezlerde (cookie) saklanır.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57750" y="3788866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Güvenlik: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XSS saldırılarına karşı Refresh Token korunur, CSRF riskleri SameSite politikalarıyla azaltılır.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57750" y="4224635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Yenileme: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Access Token süresi dolduğunda, Refresh Token ile otomatik olarak yeni bir Access Token alınır.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57750" y="2917329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57750" y="3353098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57750" y="3788866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57750" y="4224635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KUBERNETES POD YAŞAM DÖNGÜSÜ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8E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İzole Geliştirme Ortamlarının Yönetimi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1843980"/>
            <a:ext cx="39433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POD YÖNETIMI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900" y="2277963"/>
            <a:ext cx="3943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proje, Kubernetes üzerinde tamamen izole edilmiş bir Pod olarak çalışır. Bu yapı, güvenliği ve kaynak yönetimini garanti altına alır.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2900" y="3135213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Oluşturma: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Kullanıcı projeyi açtığında K8s API üzerinden yeni bir Pod başlatılır.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" y="3570982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Sidecar Entegrasyonu: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Pod içine dosya ve terminal erişimi sağlayan Sidecar konteyneri yerleştirilir.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2900" y="4006751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Sonlandırma: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Proje kapatıldığında veya inaktif olduğunda Pod otomatik olarak silinir.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1200150"/>
            <a:ext cx="45148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" y="3135213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2900" y="3570982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2900" y="4006751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021681"/>
            <a:ext cx="3943350" cy="2243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SIDECAR API — SANDBOX ORTAMI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Dosya ve Terminal Yönetimi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21681"/>
            <a:ext cx="3943350" cy="22431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1" name="Text 7"/>
          <p:cNvSpPr/>
          <p:nvPr/>
        </p:nvSpPr>
        <p:spPr>
          <a:xfrm>
            <a:off x="4857750" y="1733252"/>
            <a:ext cx="39433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SANDBOX İZOLASYONU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57750" y="2167235"/>
            <a:ext cx="39433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Sidecar, projenin K8s Pod'u içinde çalışan ve dış dünya ile güvenli iletişimi sağlayan bir köprü görevi görür.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57750" y="2810173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Dosya Sistemi: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Proje dosyalarını okuma, yazma ve düzenleme yetkisi.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57750" y="3245941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Terminal Erişimi: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Kullanıcıya ve AI Agent'a izole bir shell ortamı sunar.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57750" y="3681710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Güvenlik Sınırları: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Sadece kendi proje dizinine erişebilir, diğer projelere müdahale edemez.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57750" y="4117479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Gerçek Zamanlı İletişim: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WebSocket üzerinden anlık terminal çıktıları ve dosya değişiklikleri iletilir.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57750" y="2810173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57750" y="3245941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57750" y="3681710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57750" y="4117479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■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AGENT MIMARISI — LANGGRAPH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8E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 Machine ve Tool Kullanımı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1790402"/>
            <a:ext cx="39433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AGENT DÖNGÜSÜ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900" y="2224385"/>
            <a:ext cx="3943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Cube'un kalbinde, LangGraph ile inşa edilmiş state-machine tabanlı bir AI Agent bulunur. Agent, kullanıcının isteklerini planlar ve araçları kullanarak gerçekleştirir.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2900" y="3081635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Planlama: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İsteği analiz eder ve adımlara böler.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" y="3353098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Tool Call: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Sidecar API üzerinden komut çalıştırır, dosya okur/yazar.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2900" y="3788866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Observe: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Araçların çıktılarını (stdout/stderr) analiz eder.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2900" y="4060329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Karar: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Görev tamamlandıysa sonlandırır, hata varsa düzeltip tekrar dener.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1200150"/>
            <a:ext cx="4514850" cy="38862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" y="3081635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2900" y="3353098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2900" y="3788866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2900" y="4060329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021681"/>
            <a:ext cx="3943350" cy="22431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236637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RAG — RETRIEVAL-AUGMENTED GENERATION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745629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Search, Qdrant Vektör DB, Gemini Embedding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" y="1200150"/>
            <a:ext cx="4104391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3"/>
          <p:cNvSpPr/>
          <p:nvPr/>
        </p:nvSpPr>
        <p:spPr>
          <a:xfrm>
            <a:off x="4104391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271463" y="1414463"/>
            <a:ext cx="367576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NEDEN RAG?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1463" y="1755577"/>
            <a:ext cx="367576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Büyük bir GitHub repo'su import edildiğinde LLM'in tüm dosyaları context'e sığdırması imkânsızdır. Çözüm: Kullanıcının isteğiyle semantik olarak ilgili dosya parçalarını bulup sadece onları LLM'e vermek.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1463" y="2777133"/>
            <a:ext cx="367576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RAG AKIŞI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1463" y="3118247"/>
            <a:ext cx="3675766" cy="173571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Dosyalar Google </a:t>
            </a: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gemini-embedding-2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ile embed edilir.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1463" y="3377543"/>
            <a:ext cx="3675766" cy="173571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Qdrant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vektör DB'sine yazılır (project_{id}).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1463" y="3636838"/>
            <a:ext cx="3675766" cy="347142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istekte </a:t>
            </a: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_build_rag_context()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çalıştırır ve ilgili chunk'ları alır.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1463" y="4069705"/>
            <a:ext cx="3675766" cy="347142"/>
          </a:xfrm>
          <a:prstGeom prst="rect">
            <a:avLst/>
          </a:prstGeom>
          <a:noFill/>
          <a:ln/>
        </p:spPr>
        <p:txBody>
          <a:bodyPr wrap="square" lIns="221107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 ≥ 0.55 olan chunk'lar toplanır ve </a:t>
            </a: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SYSTEM_PROMPT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'a eklenir.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61541" y="1200150"/>
            <a:ext cx="4925309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5" name="Text 12"/>
          <p:cNvSpPr/>
          <p:nvPr/>
        </p:nvSpPr>
        <p:spPr>
          <a:xfrm>
            <a:off x="271463" y="3118247"/>
            <a:ext cx="128588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1463" y="3377543"/>
            <a:ext cx="128588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1463" y="3636838"/>
            <a:ext cx="128588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1463" y="4069705"/>
            <a:ext cx="128588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854" y="1866054"/>
            <a:ext cx="4496684" cy="2554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MONGODB VERITABANI ŞEMASI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8E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Koleksiyonlar ve İlişkiler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1897559"/>
            <a:ext cx="39433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VERI MODELI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900" y="2331541"/>
            <a:ext cx="39433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Sistem, esnek ve ölçeklenebilir bir yapı sunan MongoDB Atlas üzerinde çalışır. Temel koleksiyonlar şunlardır: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2900" y="2974479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Users: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Kullanıcı bilgileri, şifre hash'leri ve rol yönetimi.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" y="3245941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Projects: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Proje meta verileri, ownerId, K8s pod durumu ve port bilgileri.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2900" y="3681710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Messages: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Chat geçmişi, projectId ve senderId referansları.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2900" y="3953173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İlişkiler: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Projeler ve mesajlar, ObjectId referansları ile kullanıcılara bağlanır.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1200150"/>
            <a:ext cx="45148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" y="2974479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2900" y="3245941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2900" y="3681710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2900" y="3953173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021681"/>
            <a:ext cx="3943350" cy="22431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409873"/>
            <a:ext cx="6386513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RATE LIMITING — İKI KATMANLI KORUMA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" y="1200150"/>
            <a:ext cx="4514850" cy="2768203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7" name="Shape 4"/>
          <p:cNvSpPr/>
          <p:nvPr/>
        </p:nvSpPr>
        <p:spPr>
          <a:xfrm>
            <a:off x="4514850" y="1200150"/>
            <a:ext cx="57150" cy="27682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" y="3911203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85775" y="1501973"/>
            <a:ext cx="3657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NGINX (AĞ SEVIYESI)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5775" y="1935956"/>
            <a:ext cx="36576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>
                    <a:alpha val="9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 İstek / Sn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85775" y="2516386"/>
            <a:ext cx="3657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IP için 20 istek/saniye, 40'a kadar burst izin verir. Kötü niyetli botları backend'e ulaşmadan durdurur.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5775" y="3087886"/>
            <a:ext cx="3657600" cy="553641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5775" y="3087886"/>
            <a:ext cx="3657600" cy="55364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limit_req_zone $binary_remote_addr zone=api:10m rate=20r/s;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1200150"/>
            <a:ext cx="4514850" cy="27432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38862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25" y="1579662"/>
            <a:ext cx="365760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SLOWAPI (UYGULAMA SEVIYESI)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00625" y="2013645"/>
            <a:ext cx="36576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>
                    <a:alpha val="9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 İstek / Dk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5000625" y="2594074"/>
            <a:ext cx="3657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Genel API için 100 istek/dakika, auth endpoint'leri için 5 istek/dakika (brute-force koruması).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00625" y="3165574"/>
            <a:ext cx="3657600" cy="398264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0625" y="3165574"/>
            <a:ext cx="3657600" cy="39826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@limiter.limit("5/minute")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5775" y="4137124"/>
            <a:ext cx="81724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KOMBINASYON ETKISI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5775" y="4463951"/>
            <a:ext cx="8172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DDoS saldırısı Nginx'te engellenir, brute-force auth endpoint'inde SlowAPI'de engellenir. Limit aşılırsa </a:t>
            </a:r>
            <a:r>
              <a:rPr lang="en-US" sz="10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429 Too Many </a:t>
            </a:r>
            <a:r>
              <a:rPr lang="en-US" sz="10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Requests</a:t>
            </a: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döner.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10252704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10252704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9395454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WEBSOCKET STREAMING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939545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8E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Gerçek Zamanlı Feedback: MongoDB Polling, Agent Adımları, Log Streaming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3063246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3063246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171450" y="1314450"/>
            <a:ext cx="277749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ENDPOINT'LER VE YÖNTEM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1450" y="1641277"/>
            <a:ext cx="277749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Yöntem: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MongoDB polling ile periyodik 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sorgulama yapılarak değişiklikler iletilir.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71450" y="2169914"/>
            <a:ext cx="27774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Agent Adım Stream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1450" y="2419945"/>
            <a:ext cx="2777496" cy="326827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1450" y="2419945"/>
            <a:ext cx="2777496" cy="32682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WS /api/v1/agent/{session_id}/stream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71450" y="2775347"/>
            <a:ext cx="277749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Koleksiyon her saniye kontrol edilir; yeni adımlar varsa gönderilir. Session tamamlanınca bağlantı kapanır.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71450" y="3496866"/>
            <a:ext cx="27774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Log Stream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71450" y="3746897"/>
            <a:ext cx="2777496" cy="482203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1450" y="3746897"/>
            <a:ext cx="2777496" cy="48220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WS /api/v1/agent/logs/{project_id}/stream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71450" y="4257675"/>
            <a:ext cx="274892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Sidecar /logs endpoint'i 2 saniyede bir poll edilir; değişiklikler iletilir.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034671" y="1200150"/>
            <a:ext cx="7189459" cy="1849338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034671" y="2992338"/>
            <a:ext cx="7189459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3148971" y="1314450"/>
            <a:ext cx="69608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MESAJ FORMATI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148971" y="1641277"/>
            <a:ext cx="69608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İstemciye gönderilen JSON yapısı örneği: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148971" y="1891308"/>
            <a:ext cx="6960859" cy="326827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48971" y="1891308"/>
            <a:ext cx="6960859" cy="32682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 "type": "step", "step_no": 3, "node": "tools", "action": "write_file(...)", "status": "success" }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034671" y="3006626"/>
            <a:ext cx="7160884" cy="2079724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6" name="Text 23"/>
          <p:cNvSpPr/>
          <p:nvPr/>
        </p:nvSpPr>
        <p:spPr>
          <a:xfrm>
            <a:off x="3148971" y="3120926"/>
            <a:ext cx="6932284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MIMARI DEĞERLENDIRME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148971" y="3447752"/>
            <a:ext cx="3423279" cy="82153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3234696" y="3533477"/>
            <a:ext cx="325182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AVANTAJLAR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34696" y="3740646"/>
            <a:ext cx="325182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Basit implementasyon; ek altyapı gerektirmez. Yatay ölçeklenebilir.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657975" y="3447752"/>
            <a:ext cx="3423279" cy="82153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6743700" y="3533477"/>
            <a:ext cx="325182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DEZAVANTAJLAR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43700" y="3740646"/>
            <a:ext cx="325182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1-2s gecikme ve her bağlantı için DB sorgusu yükü oluşur.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FRONTEND MIMARISI — REACT SPA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8E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Bileşen Hiyerarşisi ve Veri Akışı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1843980"/>
            <a:ext cx="39433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KULLANICI ARAYÜZÜ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2900" y="2277963"/>
            <a:ext cx="39433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Frontend, Vite ile oluşturulmuş modern bir React Single Page Application (SPA) mimarisine sahiptir.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2900" y="2920901"/>
            <a:ext cx="3943350" cy="32861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Editor Panel: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Monaco Editor entegrasyonu ile kod yazma alanı.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" y="3356670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File Tree: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Proje dosyalarının hiyerarşik görünümü.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2900" y="3628132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Terminal: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Xterm.js ile Sidecar'a bağlı interaktif shell.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2900" y="3899595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Preview: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Geliştirilen uygulamanın canlı önizlemesi.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2900" y="4171057"/>
            <a:ext cx="3943350" cy="1643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Chat: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AI Agent ile iletişim kurulan sohbet arayüzü.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0" y="1200150"/>
            <a:ext cx="4514850" cy="38862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7" name="Text 14"/>
          <p:cNvSpPr/>
          <p:nvPr/>
        </p:nvSpPr>
        <p:spPr>
          <a:xfrm>
            <a:off x="342900" y="2920901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2900" y="3356670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2900" y="3628132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2900" y="3899595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2900" y="4171057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021681"/>
            <a:ext cx="3943350" cy="22431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DOCKER VE KUBERNETES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Üç Image, Docker Compose, Nginx Reverse Proxy, K8s Orkestrasyonu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5857875" cy="38862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5857875" y="1200150"/>
            <a:ext cx="571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142875" y="1285875"/>
            <a:ext cx="56292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DOCKER İMAJLARI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2875" y="1612702"/>
            <a:ext cx="56292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 üç temel Docker imajı üzerine inşa edilmiştir: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42875" y="1877020"/>
            <a:ext cx="5629275" cy="175022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cube-backend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FastAPI ana sunucusu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2875" y="2094905"/>
            <a:ext cx="5629275" cy="175022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cube-frontend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React SPA (Nginx ile sunulur)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2875" y="2312789"/>
            <a:ext cx="5629275" cy="175022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cube-sidecar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 Proje pod'larında çalışan yardımcı konteyner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2875" y="2602111"/>
            <a:ext cx="56292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DOCKER COMPOSE &amp; NGINX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2875" y="2928938"/>
            <a:ext cx="56292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Geliştirme ortamında </a:t>
            </a:r>
            <a:r>
              <a:rPr lang="en-US" sz="9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Nginx Reverse Proxy</a:t>
            </a:r>
            <a:r>
              <a:rPr lang="en-US" sz="9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ile servisler tek port üzerinden yönlendirilir.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42875" y="3193256"/>
            <a:ext cx="5629275" cy="298252"/>
          </a:xfrm>
          <a:prstGeom prst="rect">
            <a:avLst/>
          </a:prstGeom>
          <a:solidFill>
            <a:srgbClr val="0055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2875" y="3193256"/>
            <a:ext cx="5629275" cy="29825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 → cube-frontend:80 • /api → cube-backend:8000 • /workspace → cube-sidecar:8001</a:t>
            </a:r>
            <a:endParaRPr lang="en-US" sz="8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4143375"/>
            <a:ext cx="5600700" cy="8572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829300" y="1200150"/>
            <a:ext cx="3257550" cy="3886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6"/>
          <p:cNvSpPr/>
          <p:nvPr/>
        </p:nvSpPr>
        <p:spPr>
          <a:xfrm>
            <a:off x="142875" y="1877020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4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■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42875" y="2094905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4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■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42875" y="2312789"/>
            <a:ext cx="776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4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■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915025" y="1285875"/>
            <a:ext cx="30861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KUBERNETES ORKESTRASYONU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915025" y="1612702"/>
            <a:ext cx="3086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Üretimde Docker Compose yerine Kubernetes kullanılır; her proje izole bir ortamda çalışır.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986463" y="2198489"/>
            <a:ext cx="29432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POD İZOLASYONU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986463" y="2423517"/>
            <a:ext cx="2943225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proje, kendi </a:t>
            </a:r>
            <a:r>
              <a:rPr lang="en-US" sz="9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cube-sidecar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konteynerini 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içeren ayrı bir Pod olarak çalışır; dosya ve 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işlem izolasyonu sağlanır.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986463" y="3077170"/>
            <a:ext cx="29432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GÜVENLIK VE KAYNAK YÖNETIMI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986463" y="3302198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Network Policies: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Sadece gerekli erişimler 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izinlidir.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986463" y="3759398"/>
            <a:ext cx="294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Resource Limits: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CPU ve RAM sınırları ile aşırı </a:t>
            </a: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yük önlenir.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0297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1143000"/>
            <a:ext cx="902970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265212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SISTEM ARTILARI VE GÜVENLIK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85775" y="774204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8E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Güçlü İzolasyon, Async Performans, Sağlam Auth, Ölçeklenebilir Tasarım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150" y="1200150"/>
            <a:ext cx="4514850" cy="19431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8" name="Shape 5"/>
          <p:cNvSpPr/>
          <p:nvPr/>
        </p:nvSpPr>
        <p:spPr>
          <a:xfrm>
            <a:off x="4514850" y="1200150"/>
            <a:ext cx="571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" y="30861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1408212"/>
            <a:ext cx="41719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GÜÇLÜ İZOLASYON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28600" y="1770757"/>
            <a:ext cx="417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Her proje kendi Kubernetes Pod'unda çalışır. Bu sayede projeler arası tam bir izolasyon sağlanır.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28600" y="2270820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Dosya sistemi ve süreç izolasyonu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" y="2492276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K8s Namespace ayrımı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8600" y="2713732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Resource Limits (CPU/RAM sınırları)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1200150"/>
            <a:ext cx="4514850" cy="19431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0" y="30861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228600" y="2270820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8600" y="2492276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8600" y="2713732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43450" y="1408212"/>
            <a:ext cx="41719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ASYNC PERFORMANS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43450" y="1770757"/>
            <a:ext cx="417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 Python ekosistemi ile yüksek eşzamanlılık ve düşük gecikme süreleri elde edilir.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43450" y="2270820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FastAPI ile asenkron endpoint'ler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43450" y="2492276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Motor (MongoDB) ile non-blocking I/O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43450" y="2713732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WebSocket üzerinden gerçek zamanlı veri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7150" y="3143250"/>
            <a:ext cx="4514850" cy="19431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26" name="Shape 23"/>
          <p:cNvSpPr/>
          <p:nvPr/>
        </p:nvSpPr>
        <p:spPr>
          <a:xfrm>
            <a:off x="4514850" y="3143250"/>
            <a:ext cx="571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4743450" y="2270820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43450" y="2492276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43450" y="2713732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28600" y="3351312"/>
            <a:ext cx="41719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SAĞLAM AUTH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28600" y="3713857"/>
            <a:ext cx="417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Kimlik doğrulama ve yetkilendirme süreçleri en güncel güvenlik standartlarına göre tasarlanmıştır.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28600" y="4213920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JWT tabanlı Stateless Auth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28600" y="4435376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HttpOnly ve Secure Cookie kullanımı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28600" y="4656832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Refresh Token Rotation stratejisi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0" y="3143250"/>
            <a:ext cx="45148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3"/>
          <p:cNvSpPr/>
          <p:nvPr/>
        </p:nvSpPr>
        <p:spPr>
          <a:xfrm>
            <a:off x="228600" y="4213920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28600" y="4435376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28600" y="4656832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743450" y="3351312"/>
            <a:ext cx="41719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 ÖLÇEKLENEBILIR TASARIM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743450" y="3713857"/>
            <a:ext cx="4171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Sistem, artan kullanıcı ve proje yükünü karşılayabilecek şekilde yatayda ölçeklenmeye uygundur.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743450" y="4213920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Stateless Backend mimarisi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743450" y="4435376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Kubernetes ile otomatik Pod yönetimi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743450" y="4656832"/>
            <a:ext cx="4171950" cy="1643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MongoDB Atlas ile esnek veri modeli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43450" y="4213920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43450" y="4435376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743450" y="4656832"/>
            <a:ext cx="1285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5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236637"/>
            <a:ext cx="817245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GELIŞTIRILMESI GEREKEN ALANLAR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745629"/>
            <a:ext cx="8172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Bilinen Sorunlar ve Gelecek Yol Haritası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" y="1200150"/>
            <a:ext cx="4514850" cy="19431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6" name="Shape 3"/>
          <p:cNvSpPr/>
          <p:nvPr/>
        </p:nvSpPr>
        <p:spPr>
          <a:xfrm>
            <a:off x="4514850" y="1200150"/>
            <a:ext cx="571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" y="30861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414338" y="1401961"/>
            <a:ext cx="3800475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4338" y="1707356"/>
            <a:ext cx="38004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RACE CONDITION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4338" y="2084189"/>
            <a:ext cx="38004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ve kullanıcı aynı anda aynı dosyayı 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düzenlediğinde çakışmalar yaşanabilir. Gelecekte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Operational Transform (OT)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veya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CRDT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entegrasyonu 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ile eşzamanlı düzenleme desteği planlanmaktadır.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0" y="1200150"/>
            <a:ext cx="4514850" cy="19431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3086100"/>
            <a:ext cx="4514850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929188" y="1401961"/>
            <a:ext cx="3800475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5FF">
                    <a:alpha val="9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29188" y="1707356"/>
            <a:ext cx="38004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FRONTEND BAĞLANTISI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29188" y="2084189"/>
            <a:ext cx="38004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Şu anki yapıda frontend, sidecar'a doğrudan </a:t>
            </a: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bağlanmaktadır. Güvenlik ve CORS sorunlarını aşmak </a:t>
            </a: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için tüm sidecar trafiğinin ana backend üzerinden </a:t>
            </a:r>
            <a:r>
              <a:rPr lang="en-US" sz="10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Reverse Proxy</a:t>
            </a:r>
            <a:r>
              <a:rPr lang="en-US" sz="10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ile yönlendirilmesi gerekmektedir.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150" y="3143250"/>
            <a:ext cx="4514850" cy="1943100"/>
          </a:xfrm>
          <a:prstGeom prst="rect">
            <a:avLst/>
          </a:prstGeom>
          <a:solidFill>
            <a:srgbClr val="FF4D00"/>
          </a:solidFill>
          <a:ln/>
        </p:spPr>
      </p:sp>
      <p:sp>
        <p:nvSpPr>
          <p:cNvPr id="17" name="Shape 14"/>
          <p:cNvSpPr/>
          <p:nvPr/>
        </p:nvSpPr>
        <p:spPr>
          <a:xfrm>
            <a:off x="4514850" y="3143250"/>
            <a:ext cx="571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414338" y="3345061"/>
            <a:ext cx="3800475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4338" y="3650456"/>
            <a:ext cx="38004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SIDECAR GÜVENLIĞI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4338" y="4027289"/>
            <a:ext cx="38004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Docker/K8s izolasyonu sağlansa da, sidecar içinde 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root yetkileri kısıtlanmalıdır. Üretim ortamında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gVisor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veya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Firecracker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gibi microVM tabanlı daha sıkı 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izolasyon çözümleri değerlendirilmelidir.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0" y="3143250"/>
            <a:ext cx="4514850" cy="1943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4929188" y="3345061"/>
            <a:ext cx="3800475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29188" y="3650456"/>
            <a:ext cx="38004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ÜRETIM HAZIRLIĞI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29188" y="4027289"/>
            <a:ext cx="38004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Sistemin tam ölçekli üretime geçmesi için Kubernetes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Ingress Controller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yapılandırması,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Cert-Manager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ile 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otomatik SSL yönetimi ve kapsamlı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CI/CD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pipeline'larının kurulması gerekmektedir.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3009891" cy="5029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1"/>
          <p:cNvSpPr/>
          <p:nvPr/>
        </p:nvSpPr>
        <p:spPr>
          <a:xfrm>
            <a:off x="3009891" y="57150"/>
            <a:ext cx="57150" cy="5029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85775" y="1200150"/>
            <a:ext cx="2152641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SONUÇ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485775" y="1845934"/>
            <a:ext cx="21526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4D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Cube Platformu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85775" y="4307681"/>
            <a:ext cx="215264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 OF PRESENTATION</a:t>
            </a: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FFFFFF">
                    <a:alpha val="7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STATUS: 200 OK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67041" y="57150"/>
            <a:ext cx="6019809" cy="2514600"/>
          </a:xfrm>
          <a:prstGeom prst="rect">
            <a:avLst/>
          </a:prstGeom>
          <a:solidFill>
            <a:srgbClr val="0055FF"/>
          </a:solidFill>
          <a:ln/>
        </p:spPr>
      </p:sp>
      <p:sp>
        <p:nvSpPr>
          <p:cNvPr id="9" name="Shape 6"/>
          <p:cNvSpPr/>
          <p:nvPr/>
        </p:nvSpPr>
        <p:spPr>
          <a:xfrm>
            <a:off x="3067041" y="2514600"/>
            <a:ext cx="6019809" cy="571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3495666" y="395250"/>
            <a:ext cx="51625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CUBE'UN VIZYONU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95666" y="793514"/>
            <a:ext cx="5162559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GELIŞTIRMEYI </a:t>
            </a: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DEMOKRATIKLEŞTIRMEK:</a:t>
            </a: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HERKES, HER YERDEN, ANINDA KOD </a:t>
            </a: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YAZABILSIN.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067041" y="2571750"/>
            <a:ext cx="6019809" cy="251460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13" name="Text 10"/>
          <p:cNvSpPr/>
          <p:nvPr/>
        </p:nvSpPr>
        <p:spPr>
          <a:xfrm>
            <a:off x="3495666" y="2819995"/>
            <a:ext cx="516255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Geleneksel geliştirme ortamlarının karmaşıklığını ortadan kaldıran Cube; AI desteği, güvenli bulut izolasyonu ve anında önizleme yetenekleriyle yazılım geliştirmeyi herkes için erişilebilir, hızlı ve güvenli hale getirir.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495666" y="4134445"/>
            <a:ext cx="3829050" cy="703659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8541" y="4291608"/>
            <a:ext cx="180022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cube start --future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38541" y="4486275"/>
            <a:ext cx="351472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&gt; Cube is ready. Build something amazing.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2026-04-26T13:37:26Z</dcterms:created>
  <dcterms:modified xsi:type="dcterms:W3CDTF">2026-04-26T13:37:26Z</dcterms:modified>
</cp:coreProperties>
</file>